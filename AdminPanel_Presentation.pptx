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8" r:id="rId8"/>
    <p:sldId id="262" r:id="rId9"/>
    <p:sldId id="263" r:id="rId10"/>
    <p:sldId id="264" r:id="rId11"/>
    <p:sldId id="265" r:id="rId12"/>
    <p:sldId id="266" r:id="rId13"/>
    <p:sldId id="267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1" d="100"/>
          <a:sy n="61" d="100"/>
        </p:scale>
        <p:origin x="652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803405"/>
            <a:ext cx="73152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632201"/>
            <a:ext cx="73152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932170" y="4323845"/>
            <a:ext cx="2297429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14400" y="4323846"/>
            <a:ext cx="488061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057900" y="1430867"/>
            <a:ext cx="21717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18873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36236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753534"/>
            <a:ext cx="7955280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3641726"/>
            <a:ext cx="7955281" cy="1354134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4127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94360" y="2194560"/>
            <a:ext cx="3910579" cy="406908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2099" y="2194560"/>
            <a:ext cx="3907540" cy="406908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04743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71700" y="762000"/>
            <a:ext cx="6377940" cy="12954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1279" y="2183802"/>
            <a:ext cx="3683659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4359" y="3132667"/>
            <a:ext cx="3910579" cy="3130973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69018" y="2183802"/>
            <a:ext cx="368062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2098" y="3132667"/>
            <a:ext cx="3907541" cy="3130973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8370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57855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6804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1524000"/>
            <a:ext cx="30861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6200" y="746760"/>
            <a:ext cx="4663440" cy="5516880"/>
          </a:xfrm>
        </p:spPr>
        <p:txBody>
          <a:bodyPr anchor="ctr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3124200"/>
            <a:ext cx="3086100" cy="31394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82753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1524000"/>
            <a:ext cx="407573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77524" y="751242"/>
            <a:ext cx="3674234" cy="5512398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3124200"/>
            <a:ext cx="4075730" cy="31394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57444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panoramiqu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55" y="4697361"/>
            <a:ext cx="7956482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94355" y="977035"/>
            <a:ext cx="7950260" cy="3406972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5516716"/>
            <a:ext cx="7955280" cy="746924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0654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753533"/>
            <a:ext cx="795528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649134"/>
            <a:ext cx="7772400" cy="1330852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94350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351" y="753534"/>
            <a:ext cx="7613650" cy="2756234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977899" y="3509768"/>
            <a:ext cx="7194552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174597"/>
            <a:ext cx="7778752" cy="821265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79438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231458" y="807720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46733" y="3021330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585371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124702"/>
            <a:ext cx="7774782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92" y="3648316"/>
            <a:ext cx="7773608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78884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78884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5075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171701" y="762000"/>
            <a:ext cx="6377939" cy="1303867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94361" y="2202080"/>
            <a:ext cx="2560320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594360" y="2904564"/>
            <a:ext cx="2560320" cy="335907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02237" y="2201333"/>
            <a:ext cx="2560320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00781" y="2904068"/>
            <a:ext cx="2560320" cy="335957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89319" y="2192866"/>
            <a:ext cx="2560320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89320" y="2904564"/>
            <a:ext cx="2560320" cy="335907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9167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 d’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171702" y="762000"/>
            <a:ext cx="6381984" cy="12954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594360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594360" y="2331720"/>
            <a:ext cx="2560320" cy="15073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594360" y="4796103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291873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291872" y="2331720"/>
            <a:ext cx="2560320" cy="1509862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290858" y="4796102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93365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993364" y="2331721"/>
            <a:ext cx="2560320" cy="1508919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93272" y="4796100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9720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94360" y="2194560"/>
            <a:ext cx="7955280" cy="406908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14102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06590" y="747183"/>
            <a:ext cx="1543050" cy="424867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94360" y="746126"/>
            <a:ext cx="6278035" cy="4249732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9166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081088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171700" y="764373"/>
            <a:ext cx="637794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2194560"/>
            <a:ext cx="7955280" cy="40690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12230" y="6356351"/>
            <a:ext cx="21374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4360" y="6355846"/>
            <a:ext cx="56807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72250" y="381001"/>
            <a:ext cx="19773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44305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43" r:id="rId1"/>
    <p:sldLayoutId id="2147483744" r:id="rId2"/>
    <p:sldLayoutId id="2147483745" r:id="rId3"/>
    <p:sldLayoutId id="2147483746" r:id="rId4"/>
    <p:sldLayoutId id="2147483747" r:id="rId5"/>
    <p:sldLayoutId id="2147483748" r:id="rId6"/>
    <p:sldLayoutId id="2147483749" r:id="rId7"/>
    <p:sldLayoutId id="2147483750" r:id="rId8"/>
    <p:sldLayoutId id="2147483751" r:id="rId9"/>
    <p:sldLayoutId id="2147483752" r:id="rId10"/>
    <p:sldLayoutId id="2147483753" r:id="rId11"/>
    <p:sldLayoutId id="2147483754" r:id="rId12"/>
    <p:sldLayoutId id="2147483755" r:id="rId13"/>
    <p:sldLayoutId id="2147483756" r:id="rId14"/>
    <p:sldLayoutId id="2147483757" r:id="rId15"/>
    <p:sldLayoutId id="2147483758" r:id="rId16"/>
    <p:sldLayoutId id="2147483759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770CA6A-B3B0-4826-A91F-B2B1F89220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C51B9DA-B0CC-480A-8EA5-4D5C3E0515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9144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732021" y="965200"/>
            <a:ext cx="4628207" cy="4329641"/>
          </a:xfrm>
        </p:spPr>
        <p:txBody>
          <a:bodyPr anchor="ctr">
            <a:normAutofit/>
          </a:bodyPr>
          <a:lstStyle/>
          <a:p>
            <a:r>
              <a:rPr lang="fr-FR" sz="4700"/>
              <a:t>Projet Admin Panel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23900" y="965200"/>
            <a:ext cx="2525520" cy="4329641"/>
          </a:xfrm>
        </p:spPr>
        <p:txBody>
          <a:bodyPr anchor="ctr">
            <a:normAutofit/>
          </a:bodyPr>
          <a:lstStyle/>
          <a:p>
            <a:pPr algn="r"/>
            <a:r>
              <a:t>Une interface de gestion pour les entités : Clients, Commandes, Produits, Factures et Utilisateurs. Utilise HTML, CSS, JavaScript et Faker.js.</a:t>
            </a:r>
            <a:endParaRPr lang="fr-FR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FE641DB-A503-41DE-ACA6-36B41C6C2B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90721" y="1621260"/>
            <a:ext cx="0" cy="301752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Fonction: saveData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Cette fonction sauvegarde les données d'une entité dans LocalStorage. Elle utilise JSON.stringify pour convertir les données en chaîne de caractères.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04C8AB67-D901-46CB-BAF4-57184216BB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5472" y="3845392"/>
            <a:ext cx="5877745" cy="11431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Fonction: loadData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Cette fonction charge les données sauvegardées depuis LocalStorage. Elle utilise JSON.parse pour les convertir en objet JavaScript.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B7677B65-42FD-414E-9012-161C7861D6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3127" y="3888575"/>
            <a:ext cx="5877745" cy="126700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Fonction: resetData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Réinitialise toutes les données des entités. Supprime les données dans LocalStorage et regénère des données fictives.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D0782261-5460-4617-A601-E665BF2534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1521" y="3594044"/>
            <a:ext cx="7220958" cy="238158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Fonction: generateFakeData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Génère des données fictives pour chaque entité en utilisant Faker.js. Les données incluent des champs comme Nom, Email, et plus.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A2EBC3B7-284E-4955-891B-1407C786BB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1254" y="3295952"/>
            <a:ext cx="4740477" cy="326197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Fonction: updateTable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Mise à jour du tableau affiché en fonction de l'entité sélectionnée. Met en place les en-têtes et les lignes de données avec des actions.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447BDE0C-89F5-41D7-9997-775FF1CB75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3102098"/>
            <a:ext cx="4498382" cy="349577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Fonction: updateTable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Mise à jour du tableau affiché en fonction de l'entité sélectionnée. Met en place les en-têtes et les lignes de données avec des actions.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718B15FB-3A91-4DA8-97DC-CB012C254A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0005" y="2897552"/>
            <a:ext cx="3474876" cy="3960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14327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Fonction: editRow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Permet de modifier une ligne d'une entité. Affiche des invites pour mettre à jour chaque champ.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26C5ABEB-F267-4981-9F15-4058B09AAE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068" y="3152964"/>
            <a:ext cx="7040624" cy="294066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Fonction: deleteRow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Supprime une ligne d'une entité après confirmation. Met ensuite à jour le tableau.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76AA5F19-CE1E-489C-AA3F-14C0B0309C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7838" y="3257127"/>
            <a:ext cx="7408324" cy="215570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Fonction: filterData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Filtre dynamiquement les données d'une entité selon une requête. Utilise une recherche partielle dans tous les champs.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3D02C589-3C89-4AD7-8659-1B3FBD9D4D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8449" y="3026979"/>
            <a:ext cx="4908392" cy="349517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Fonction: createRow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Ajoute une nouvelle ligne pour une entité. Les champs sont remplis via des invites et une UUID est générée pour l'ID.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4BD3A396-C8C7-49C8-91CD-45D885E8F4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5032" y="2952157"/>
            <a:ext cx="5182323" cy="379147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Fonction: init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Initialise la page, configure les événements et charge les données par défaut pour l'entité 'Clients'.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750AE96E-E2F1-4190-8BBD-B67732E5E7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3272" y="2974427"/>
            <a:ext cx="4737456" cy="362785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Ce projet fournit une solution flexible pour gérer différentes entités dans un tableau dynamique. Il combine JavaScript et des outils comme Faker.js pour améliorer l'expérience utilisateur.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raînée de condensation">
  <a:themeElements>
    <a:clrScheme name="Traînée de condensation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Traînée de condensation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raînée de condensation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TM04033937[[fn=Traînée de condensation]]</Template>
  <TotalTime>13</TotalTime>
  <Words>329</Words>
  <Application>Microsoft Office PowerPoint</Application>
  <PresentationFormat>Affichage à l'écran (4:3)</PresentationFormat>
  <Paragraphs>26</Paragraphs>
  <Slides>13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6" baseType="lpstr">
      <vt:lpstr>Arial</vt:lpstr>
      <vt:lpstr>Century Gothic</vt:lpstr>
      <vt:lpstr>Traînée de condensation</vt:lpstr>
      <vt:lpstr>Projet Admin Panel</vt:lpstr>
      <vt:lpstr>Fonction: saveData</vt:lpstr>
      <vt:lpstr>Fonction: loadData</vt:lpstr>
      <vt:lpstr>Fonction: resetData</vt:lpstr>
      <vt:lpstr>Fonction: generateFakeData</vt:lpstr>
      <vt:lpstr>Fonction: updateTable</vt:lpstr>
      <vt:lpstr>Fonction: updateTable</vt:lpstr>
      <vt:lpstr>Fonction: editRow</vt:lpstr>
      <vt:lpstr>Fonction: deleteRow</vt:lpstr>
      <vt:lpstr>Fonction: filterData</vt:lpstr>
      <vt:lpstr>Fonction: createRow</vt:lpstr>
      <vt:lpstr>Fonction: init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Projet Admin Panel</dc:title>
  <dc:subject/>
  <dc:creator/>
  <cp:keywords/>
  <dc:description>generated using python-pptx</dc:description>
  <cp:lastModifiedBy>Mehdiamine Bazguioui</cp:lastModifiedBy>
  <cp:revision>2</cp:revision>
  <dcterms:created xsi:type="dcterms:W3CDTF">2013-01-27T09:14:16Z</dcterms:created>
  <dcterms:modified xsi:type="dcterms:W3CDTF">2025-01-06T14:42:32Z</dcterms:modified>
  <cp:category/>
</cp:coreProperties>
</file>